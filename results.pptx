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69" r:id="rId4"/>
    <p:sldId id="271" r:id="rId5"/>
    <p:sldId id="270" r:id="rId6"/>
    <p:sldId id="273" r:id="rId7"/>
    <p:sldId id="285" r:id="rId8"/>
    <p:sldId id="276" r:id="rId9"/>
    <p:sldId id="274" r:id="rId10"/>
    <p:sldId id="290" r:id="rId11"/>
    <p:sldId id="291" r:id="rId12"/>
    <p:sldId id="293" r:id="rId13"/>
    <p:sldId id="294" r:id="rId14"/>
    <p:sldId id="265" r:id="rId15"/>
    <p:sldId id="295" r:id="rId16"/>
    <p:sldId id="296" r:id="rId17"/>
    <p:sldId id="297" r:id="rId18"/>
    <p:sldId id="302" r:id="rId19"/>
    <p:sldId id="299" r:id="rId20"/>
    <p:sldId id="292" r:id="rId21"/>
    <p:sldId id="279" r:id="rId22"/>
    <p:sldId id="281" r:id="rId23"/>
    <p:sldId id="280" r:id="rId24"/>
    <p:sldId id="28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Помірний стиль 1 –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ітлий стиль 2 –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8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Уляна Младьонова" userId="88b10d89643d7310" providerId="LiveId" clId="{D6ECA055-DEFB-4B85-BF9C-B894AD1AB277}"/>
    <pc:docChg chg="undo custSel modSld">
      <pc:chgData name="Уляна Младьонова" userId="88b10d89643d7310" providerId="LiveId" clId="{D6ECA055-DEFB-4B85-BF9C-B894AD1AB277}" dt="2026-05-29T12:52:29.736" v="29" actId="20577"/>
      <pc:docMkLst>
        <pc:docMk/>
      </pc:docMkLst>
      <pc:sldChg chg="addSp delSp modSp mod">
        <pc:chgData name="Уляна Младьонова" userId="88b10d89643d7310" providerId="LiveId" clId="{D6ECA055-DEFB-4B85-BF9C-B894AD1AB277}" dt="2026-05-29T04:18:39.904" v="21" actId="22"/>
        <pc:sldMkLst>
          <pc:docMk/>
          <pc:sldMk cId="591140683" sldId="291"/>
        </pc:sldMkLst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6" creationId="{9E128FC7-07C2-DD1C-D622-C6E9DDE6BEEC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7" creationId="{C8EC1E7D-EE96-4A91-615A-FBC71A4CE118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9" creationId="{928E90CD-CAC4-7DAD-03D5-2AA2E1DCF5A4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13" creationId="{D106D1A9-DB82-6AC8-2824-9B8853461057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16" creationId="{037F52B0-4C63-9F14-848E-EE2235A6550C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20" creationId="{3F01A55C-DC88-501E-EF4C-498888016613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42" creationId="{8ED3AECB-B64A-5419-1533-5F26978D0883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43" creationId="{C7243CBF-5086-5D60-41AB-7EE96BC6A711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45" creationId="{164C4FC5-5807-1955-15CD-4DCCBB775401}"/>
          </ac:spMkLst>
        </pc:spChg>
        <pc:spChg chg="mod">
          <ac:chgData name="Уляна Младьонова" userId="88b10d89643d7310" providerId="LiveId" clId="{D6ECA055-DEFB-4B85-BF9C-B894AD1AB277}" dt="2026-05-29T04:18:38.248" v="17" actId="1076"/>
          <ac:spMkLst>
            <pc:docMk/>
            <pc:sldMk cId="591140683" sldId="291"/>
            <ac:spMk id="46" creationId="{767914EF-5DF7-E838-B4F5-04B0D7E00D77}"/>
          </ac:spMkLst>
        </pc:spChg>
        <pc:picChg chg="add del mod modCrop">
          <ac:chgData name="Уляна Младьонова" userId="88b10d89643d7310" providerId="LiveId" clId="{D6ECA055-DEFB-4B85-BF9C-B894AD1AB277}" dt="2026-05-29T04:18:39.904" v="21" actId="22"/>
          <ac:picMkLst>
            <pc:docMk/>
            <pc:sldMk cId="591140683" sldId="291"/>
            <ac:picMk id="3" creationId="{95EE5D50-0F4F-A4B0-75FA-D65A255C31BE}"/>
          </ac:picMkLst>
        </pc:picChg>
        <pc:picChg chg="add del mod">
          <ac:chgData name="Уляна Младьонова" userId="88b10d89643d7310" providerId="LiveId" clId="{D6ECA055-DEFB-4B85-BF9C-B894AD1AB277}" dt="2026-05-29T04:18:39.100" v="19" actId="22"/>
          <ac:picMkLst>
            <pc:docMk/>
            <pc:sldMk cId="591140683" sldId="291"/>
            <ac:picMk id="8" creationId="{4711CB37-97C5-61FD-29A0-E2938B4532D5}"/>
          </ac:picMkLst>
        </pc:picChg>
      </pc:sldChg>
      <pc:sldChg chg="modSp mod">
        <pc:chgData name="Уляна Младьонова" userId="88b10d89643d7310" providerId="LiveId" clId="{D6ECA055-DEFB-4B85-BF9C-B894AD1AB277}" dt="2026-05-29T12:52:29.736" v="29" actId="20577"/>
        <pc:sldMkLst>
          <pc:docMk/>
          <pc:sldMk cId="1822646705" sldId="299"/>
        </pc:sldMkLst>
        <pc:spChg chg="mod">
          <ac:chgData name="Уляна Младьонова" userId="88b10d89643d7310" providerId="LiveId" clId="{D6ECA055-DEFB-4B85-BF9C-B894AD1AB277}" dt="2026-05-29T12:52:29.736" v="29" actId="20577"/>
          <ac:spMkLst>
            <pc:docMk/>
            <pc:sldMk cId="1822646705" sldId="299"/>
            <ac:spMk id="3" creationId="{796A04D9-6F78-5331-BA8E-7BD37CEEF2D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CF08D-C92B-45FC-B2C0-56E297203187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D504F91-6045-4EDB-81B1-17D33894D37E}">
      <dgm:prSet/>
      <dgm:spPr/>
      <dgm:t>
        <a:bodyPr/>
        <a:lstStyle/>
        <a:p>
          <a:r>
            <a:rPr lang="uk-UA" dirty="0" err="1"/>
            <a:t>Accuracy</a:t>
          </a:r>
          <a:endParaRPr lang="en-US" dirty="0"/>
        </a:p>
      </dgm:t>
    </dgm:pt>
    <dgm:pt modelId="{5FBF1D30-A03B-485C-B07A-B3D5206A07F8}" type="parTrans" cxnId="{BFD9A45F-3E39-4B8F-A73F-F5BAB784408C}">
      <dgm:prSet/>
      <dgm:spPr/>
      <dgm:t>
        <a:bodyPr/>
        <a:lstStyle/>
        <a:p>
          <a:endParaRPr lang="en-US"/>
        </a:p>
      </dgm:t>
    </dgm:pt>
    <dgm:pt modelId="{BD2A752A-46E2-4B7C-84EB-828A45CB7A8E}" type="sibTrans" cxnId="{BFD9A45F-3E39-4B8F-A73F-F5BAB784408C}">
      <dgm:prSet/>
      <dgm:spPr/>
      <dgm:t>
        <a:bodyPr/>
        <a:lstStyle/>
        <a:p>
          <a:endParaRPr lang="en-US"/>
        </a:p>
      </dgm:t>
    </dgm:pt>
    <dgm:pt modelId="{65992746-92E7-4DF2-A6AE-C2082ECF6CA8}">
      <dgm:prSet/>
      <dgm:spPr/>
      <dgm:t>
        <a:bodyPr/>
        <a:lstStyle/>
        <a:p>
          <a:r>
            <a:rPr lang="uk-UA"/>
            <a:t>Precision</a:t>
          </a:r>
          <a:endParaRPr lang="en-US"/>
        </a:p>
      </dgm:t>
    </dgm:pt>
    <dgm:pt modelId="{0ECCFA1B-C336-4471-BCB1-0C3272DD637C}" type="parTrans" cxnId="{16E8345F-4EBC-48FD-8741-08AD67828F18}">
      <dgm:prSet/>
      <dgm:spPr/>
      <dgm:t>
        <a:bodyPr/>
        <a:lstStyle/>
        <a:p>
          <a:endParaRPr lang="en-US"/>
        </a:p>
      </dgm:t>
    </dgm:pt>
    <dgm:pt modelId="{8074E080-5079-4BC9-A63A-09C1C22E847D}" type="sibTrans" cxnId="{16E8345F-4EBC-48FD-8741-08AD67828F18}">
      <dgm:prSet/>
      <dgm:spPr/>
      <dgm:t>
        <a:bodyPr/>
        <a:lstStyle/>
        <a:p>
          <a:endParaRPr lang="en-US"/>
        </a:p>
      </dgm:t>
    </dgm:pt>
    <dgm:pt modelId="{0D40B859-6701-46AD-8419-9E8836ED5FDC}">
      <dgm:prSet/>
      <dgm:spPr/>
      <dgm:t>
        <a:bodyPr/>
        <a:lstStyle/>
        <a:p>
          <a:r>
            <a:rPr lang="uk-UA" dirty="0" err="1"/>
            <a:t>Recall</a:t>
          </a:r>
          <a:endParaRPr lang="en-US" dirty="0"/>
        </a:p>
      </dgm:t>
    </dgm:pt>
    <dgm:pt modelId="{549F5B32-B00C-4559-8286-0E75B8B7D350}" type="parTrans" cxnId="{59B95386-5F74-4543-9951-5CE2C294FE2A}">
      <dgm:prSet/>
      <dgm:spPr/>
      <dgm:t>
        <a:bodyPr/>
        <a:lstStyle/>
        <a:p>
          <a:endParaRPr lang="en-US"/>
        </a:p>
      </dgm:t>
    </dgm:pt>
    <dgm:pt modelId="{976153A7-CBC0-4502-ADDC-17477DCD4C62}" type="sibTrans" cxnId="{59B95386-5F74-4543-9951-5CE2C294FE2A}">
      <dgm:prSet/>
      <dgm:spPr/>
      <dgm:t>
        <a:bodyPr/>
        <a:lstStyle/>
        <a:p>
          <a:endParaRPr lang="en-US"/>
        </a:p>
      </dgm:t>
    </dgm:pt>
    <dgm:pt modelId="{EDBB8ABA-BD80-4262-A5D5-10EE66505380}">
      <dgm:prSet/>
      <dgm:spPr/>
      <dgm:t>
        <a:bodyPr/>
        <a:lstStyle/>
        <a:p>
          <a:r>
            <a:rPr lang="uk-UA"/>
            <a:t>F1-score</a:t>
          </a:r>
          <a:endParaRPr lang="en-US"/>
        </a:p>
      </dgm:t>
    </dgm:pt>
    <dgm:pt modelId="{F4FACB17-2ECA-4165-85C6-BFE6312753A7}" type="parTrans" cxnId="{16DD6BAB-575E-4EB8-A822-B510793C9EF0}">
      <dgm:prSet/>
      <dgm:spPr/>
      <dgm:t>
        <a:bodyPr/>
        <a:lstStyle/>
        <a:p>
          <a:endParaRPr lang="en-US"/>
        </a:p>
      </dgm:t>
    </dgm:pt>
    <dgm:pt modelId="{95CFE2E5-BC06-496C-9474-40ADFC452856}" type="sibTrans" cxnId="{16DD6BAB-575E-4EB8-A822-B510793C9EF0}">
      <dgm:prSet/>
      <dgm:spPr/>
      <dgm:t>
        <a:bodyPr/>
        <a:lstStyle/>
        <a:p>
          <a:endParaRPr lang="en-US"/>
        </a:p>
      </dgm:t>
    </dgm:pt>
    <dgm:pt modelId="{894B99AE-0384-40D4-AED1-F1532EA3F86E}">
      <dgm:prSet/>
      <dgm:spPr/>
      <dgm:t>
        <a:bodyPr/>
        <a:lstStyle/>
        <a:p>
          <a:r>
            <a:rPr lang="uk-UA" dirty="0" err="1"/>
            <a:t>Confusion</a:t>
          </a:r>
          <a:r>
            <a:rPr lang="uk-UA" dirty="0"/>
            <a:t> </a:t>
          </a:r>
          <a:r>
            <a:rPr lang="uk-UA" dirty="0" err="1"/>
            <a:t>Matrix</a:t>
          </a:r>
          <a:endParaRPr lang="en-US" dirty="0"/>
        </a:p>
      </dgm:t>
    </dgm:pt>
    <dgm:pt modelId="{FED5680D-CD3C-4CD2-A04C-1B12CD4B0414}" type="parTrans" cxnId="{CC5A1081-8167-4E78-B8AA-1138DA2DBF61}">
      <dgm:prSet/>
      <dgm:spPr/>
      <dgm:t>
        <a:bodyPr/>
        <a:lstStyle/>
        <a:p>
          <a:endParaRPr lang="en-US"/>
        </a:p>
      </dgm:t>
    </dgm:pt>
    <dgm:pt modelId="{3FF853C3-6455-4460-88B3-3F417557C72C}" type="sibTrans" cxnId="{CC5A1081-8167-4E78-B8AA-1138DA2DBF61}">
      <dgm:prSet/>
      <dgm:spPr/>
      <dgm:t>
        <a:bodyPr/>
        <a:lstStyle/>
        <a:p>
          <a:endParaRPr lang="en-US"/>
        </a:p>
      </dgm:t>
    </dgm:pt>
    <dgm:pt modelId="{CC6CD36D-7678-4231-81F3-64A65B991393}" type="pres">
      <dgm:prSet presAssocID="{C84CF08D-C92B-45FC-B2C0-56E297203187}" presName="diagram" presStyleCnt="0">
        <dgm:presLayoutVars>
          <dgm:dir/>
          <dgm:resizeHandles val="exact"/>
        </dgm:presLayoutVars>
      </dgm:prSet>
      <dgm:spPr/>
    </dgm:pt>
    <dgm:pt modelId="{E3A95C5B-1792-4DDB-ACFA-CF953D40D04B}" type="pres">
      <dgm:prSet presAssocID="{9D504F91-6045-4EDB-81B1-17D33894D37E}" presName="node" presStyleLbl="node1" presStyleIdx="0" presStyleCnt="5">
        <dgm:presLayoutVars>
          <dgm:bulletEnabled val="1"/>
        </dgm:presLayoutVars>
      </dgm:prSet>
      <dgm:spPr/>
    </dgm:pt>
    <dgm:pt modelId="{D51D8B20-2027-4BAE-8559-2A05FA81D45C}" type="pres">
      <dgm:prSet presAssocID="{BD2A752A-46E2-4B7C-84EB-828A45CB7A8E}" presName="sibTrans" presStyleCnt="0"/>
      <dgm:spPr/>
    </dgm:pt>
    <dgm:pt modelId="{34798986-0A89-4B2C-9801-BC8D3FA1F3C5}" type="pres">
      <dgm:prSet presAssocID="{65992746-92E7-4DF2-A6AE-C2082ECF6CA8}" presName="node" presStyleLbl="node1" presStyleIdx="1" presStyleCnt="5">
        <dgm:presLayoutVars>
          <dgm:bulletEnabled val="1"/>
        </dgm:presLayoutVars>
      </dgm:prSet>
      <dgm:spPr/>
    </dgm:pt>
    <dgm:pt modelId="{6E7DDB0A-30F5-4271-A237-2CEED43E935C}" type="pres">
      <dgm:prSet presAssocID="{8074E080-5079-4BC9-A63A-09C1C22E847D}" presName="sibTrans" presStyleCnt="0"/>
      <dgm:spPr/>
    </dgm:pt>
    <dgm:pt modelId="{11CD6865-F45B-48E8-A991-07177FF65454}" type="pres">
      <dgm:prSet presAssocID="{0D40B859-6701-46AD-8419-9E8836ED5FDC}" presName="node" presStyleLbl="node1" presStyleIdx="2" presStyleCnt="5">
        <dgm:presLayoutVars>
          <dgm:bulletEnabled val="1"/>
        </dgm:presLayoutVars>
      </dgm:prSet>
      <dgm:spPr/>
    </dgm:pt>
    <dgm:pt modelId="{E52CD5DB-C7D9-4771-936D-938CC63500F5}" type="pres">
      <dgm:prSet presAssocID="{976153A7-CBC0-4502-ADDC-17477DCD4C62}" presName="sibTrans" presStyleCnt="0"/>
      <dgm:spPr/>
    </dgm:pt>
    <dgm:pt modelId="{C3C56993-CD4E-406E-9C45-C90C7D1C5467}" type="pres">
      <dgm:prSet presAssocID="{EDBB8ABA-BD80-4262-A5D5-10EE66505380}" presName="node" presStyleLbl="node1" presStyleIdx="3" presStyleCnt="5">
        <dgm:presLayoutVars>
          <dgm:bulletEnabled val="1"/>
        </dgm:presLayoutVars>
      </dgm:prSet>
      <dgm:spPr/>
    </dgm:pt>
    <dgm:pt modelId="{6CB9C809-755F-4986-B18D-E8ED72760774}" type="pres">
      <dgm:prSet presAssocID="{95CFE2E5-BC06-496C-9474-40ADFC452856}" presName="sibTrans" presStyleCnt="0"/>
      <dgm:spPr/>
    </dgm:pt>
    <dgm:pt modelId="{68DC205C-E1E3-4EA3-B40D-EBC1D43661FB}" type="pres">
      <dgm:prSet presAssocID="{894B99AE-0384-40D4-AED1-F1532EA3F86E}" presName="node" presStyleLbl="node1" presStyleIdx="4" presStyleCnt="5">
        <dgm:presLayoutVars>
          <dgm:bulletEnabled val="1"/>
        </dgm:presLayoutVars>
      </dgm:prSet>
      <dgm:spPr/>
    </dgm:pt>
  </dgm:ptLst>
  <dgm:cxnLst>
    <dgm:cxn modelId="{ED776712-7B16-40FF-B162-56A7468C539D}" type="presOf" srcId="{65992746-92E7-4DF2-A6AE-C2082ECF6CA8}" destId="{34798986-0A89-4B2C-9801-BC8D3FA1F3C5}" srcOrd="0" destOrd="0" presId="urn:microsoft.com/office/officeart/2005/8/layout/default"/>
    <dgm:cxn modelId="{2DC06D5B-735B-4BB7-A7AF-1D0A94F1AE76}" type="presOf" srcId="{C84CF08D-C92B-45FC-B2C0-56E297203187}" destId="{CC6CD36D-7678-4231-81F3-64A65B991393}" srcOrd="0" destOrd="0" presId="urn:microsoft.com/office/officeart/2005/8/layout/default"/>
    <dgm:cxn modelId="{16E8345F-4EBC-48FD-8741-08AD67828F18}" srcId="{C84CF08D-C92B-45FC-B2C0-56E297203187}" destId="{65992746-92E7-4DF2-A6AE-C2082ECF6CA8}" srcOrd="1" destOrd="0" parTransId="{0ECCFA1B-C336-4471-BCB1-0C3272DD637C}" sibTransId="{8074E080-5079-4BC9-A63A-09C1C22E847D}"/>
    <dgm:cxn modelId="{BFD9A45F-3E39-4B8F-A73F-F5BAB784408C}" srcId="{C84CF08D-C92B-45FC-B2C0-56E297203187}" destId="{9D504F91-6045-4EDB-81B1-17D33894D37E}" srcOrd="0" destOrd="0" parTransId="{5FBF1D30-A03B-485C-B07A-B3D5206A07F8}" sibTransId="{BD2A752A-46E2-4B7C-84EB-828A45CB7A8E}"/>
    <dgm:cxn modelId="{4748FE4A-DBD9-4D21-8F25-F899F04D33F8}" type="presOf" srcId="{894B99AE-0384-40D4-AED1-F1532EA3F86E}" destId="{68DC205C-E1E3-4EA3-B40D-EBC1D43661FB}" srcOrd="0" destOrd="0" presId="urn:microsoft.com/office/officeart/2005/8/layout/default"/>
    <dgm:cxn modelId="{349AC54D-165C-4770-BC4C-9F9F09B529D7}" type="presOf" srcId="{EDBB8ABA-BD80-4262-A5D5-10EE66505380}" destId="{C3C56993-CD4E-406E-9C45-C90C7D1C5467}" srcOrd="0" destOrd="0" presId="urn:microsoft.com/office/officeart/2005/8/layout/default"/>
    <dgm:cxn modelId="{968E3375-2EEA-4C2A-B53B-F0C086FD5CD1}" type="presOf" srcId="{0D40B859-6701-46AD-8419-9E8836ED5FDC}" destId="{11CD6865-F45B-48E8-A991-07177FF65454}" srcOrd="0" destOrd="0" presId="urn:microsoft.com/office/officeart/2005/8/layout/default"/>
    <dgm:cxn modelId="{2489F179-2FE0-484D-8558-8E3A982ABC55}" type="presOf" srcId="{9D504F91-6045-4EDB-81B1-17D33894D37E}" destId="{E3A95C5B-1792-4DDB-ACFA-CF953D40D04B}" srcOrd="0" destOrd="0" presId="urn:microsoft.com/office/officeart/2005/8/layout/default"/>
    <dgm:cxn modelId="{CC5A1081-8167-4E78-B8AA-1138DA2DBF61}" srcId="{C84CF08D-C92B-45FC-B2C0-56E297203187}" destId="{894B99AE-0384-40D4-AED1-F1532EA3F86E}" srcOrd="4" destOrd="0" parTransId="{FED5680D-CD3C-4CD2-A04C-1B12CD4B0414}" sibTransId="{3FF853C3-6455-4460-88B3-3F417557C72C}"/>
    <dgm:cxn modelId="{59B95386-5F74-4543-9951-5CE2C294FE2A}" srcId="{C84CF08D-C92B-45FC-B2C0-56E297203187}" destId="{0D40B859-6701-46AD-8419-9E8836ED5FDC}" srcOrd="2" destOrd="0" parTransId="{549F5B32-B00C-4559-8286-0E75B8B7D350}" sibTransId="{976153A7-CBC0-4502-ADDC-17477DCD4C62}"/>
    <dgm:cxn modelId="{16DD6BAB-575E-4EB8-A822-B510793C9EF0}" srcId="{C84CF08D-C92B-45FC-B2C0-56E297203187}" destId="{EDBB8ABA-BD80-4262-A5D5-10EE66505380}" srcOrd="3" destOrd="0" parTransId="{F4FACB17-2ECA-4165-85C6-BFE6312753A7}" sibTransId="{95CFE2E5-BC06-496C-9474-40ADFC452856}"/>
    <dgm:cxn modelId="{39DC7FE7-E0B7-482F-B4E6-4B6F79C5BA8A}" type="presParOf" srcId="{CC6CD36D-7678-4231-81F3-64A65B991393}" destId="{E3A95C5B-1792-4DDB-ACFA-CF953D40D04B}" srcOrd="0" destOrd="0" presId="urn:microsoft.com/office/officeart/2005/8/layout/default"/>
    <dgm:cxn modelId="{6EC3E9CB-1E66-4DCE-A673-B3AE0BB3E039}" type="presParOf" srcId="{CC6CD36D-7678-4231-81F3-64A65B991393}" destId="{D51D8B20-2027-4BAE-8559-2A05FA81D45C}" srcOrd="1" destOrd="0" presId="urn:microsoft.com/office/officeart/2005/8/layout/default"/>
    <dgm:cxn modelId="{132F7B2F-6A01-4056-9508-365807285B1E}" type="presParOf" srcId="{CC6CD36D-7678-4231-81F3-64A65B991393}" destId="{34798986-0A89-4B2C-9801-BC8D3FA1F3C5}" srcOrd="2" destOrd="0" presId="urn:microsoft.com/office/officeart/2005/8/layout/default"/>
    <dgm:cxn modelId="{2915D4FE-7DE3-4FEC-BDC9-0475252AC3A0}" type="presParOf" srcId="{CC6CD36D-7678-4231-81F3-64A65B991393}" destId="{6E7DDB0A-30F5-4271-A237-2CEED43E935C}" srcOrd="3" destOrd="0" presId="urn:microsoft.com/office/officeart/2005/8/layout/default"/>
    <dgm:cxn modelId="{EF0C24CC-D140-424C-8EFF-09EE8E1C2C46}" type="presParOf" srcId="{CC6CD36D-7678-4231-81F3-64A65B991393}" destId="{11CD6865-F45B-48E8-A991-07177FF65454}" srcOrd="4" destOrd="0" presId="urn:microsoft.com/office/officeart/2005/8/layout/default"/>
    <dgm:cxn modelId="{C005BE45-E873-445D-8F61-BDE7EF920637}" type="presParOf" srcId="{CC6CD36D-7678-4231-81F3-64A65B991393}" destId="{E52CD5DB-C7D9-4771-936D-938CC63500F5}" srcOrd="5" destOrd="0" presId="urn:microsoft.com/office/officeart/2005/8/layout/default"/>
    <dgm:cxn modelId="{2341BBFB-4E96-4C7F-97FF-4CDC5B432ED4}" type="presParOf" srcId="{CC6CD36D-7678-4231-81F3-64A65B991393}" destId="{C3C56993-CD4E-406E-9C45-C90C7D1C5467}" srcOrd="6" destOrd="0" presId="urn:microsoft.com/office/officeart/2005/8/layout/default"/>
    <dgm:cxn modelId="{0AE6011B-0690-4DF0-9997-C60B2159B4DB}" type="presParOf" srcId="{CC6CD36D-7678-4231-81F3-64A65B991393}" destId="{6CB9C809-755F-4986-B18D-E8ED72760774}" srcOrd="7" destOrd="0" presId="urn:microsoft.com/office/officeart/2005/8/layout/default"/>
    <dgm:cxn modelId="{AD39D2DE-959B-4EB2-8B1F-42F725455A23}" type="presParOf" srcId="{CC6CD36D-7678-4231-81F3-64A65B991393}" destId="{68DC205C-E1E3-4EA3-B40D-EBC1D43661F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467A4D-17B7-491A-97E7-E66F48FC9076}" type="doc">
      <dgm:prSet loTypeId="urn:microsoft.com/office/officeart/2005/8/layout/hierarchy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E1BFAD5C-3DD2-4B23-860E-D03FE6382554}">
      <dgm:prSet/>
      <dgm:spPr/>
      <dgm:t>
        <a:bodyPr/>
        <a:lstStyle/>
        <a:p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Готовий </a:t>
          </a:r>
          <a:r>
            <a:rPr lang="uk-UA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pipeline</a:t>
          </a:r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 для подальшого використання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CA5DB3-3CF5-46C1-ABA1-A2D181C8A0F0}" type="parTrans" cxnId="{5BD7282B-BAAC-41B6-841B-99292BD770CD}">
      <dgm:prSet/>
      <dgm:spPr/>
      <dgm:t>
        <a:bodyPr/>
        <a:lstStyle/>
        <a:p>
          <a:endParaRPr lang="en-US"/>
        </a:p>
      </dgm:t>
    </dgm:pt>
    <dgm:pt modelId="{3D5B44D8-7CE8-4CFA-85BE-25B07B1004CB}" type="sibTrans" cxnId="{5BD7282B-BAAC-41B6-841B-99292BD770CD}">
      <dgm:prSet/>
      <dgm:spPr/>
      <dgm:t>
        <a:bodyPr/>
        <a:lstStyle/>
        <a:p>
          <a:endParaRPr lang="en-US"/>
        </a:p>
      </dgm:t>
    </dgm:pt>
    <dgm:pt modelId="{63B36867-D415-4020-9667-5848BDEE3961}">
      <dgm:prSet/>
      <dgm:spPr/>
      <dgm:t>
        <a:bodyPr/>
        <a:lstStyle/>
        <a:p>
          <a:r>
            <a:rPr lang="uk-UA" dirty="0">
              <a:latin typeface="Times New Roman" panose="02020603050405020304" pitchFamily="18" charset="0"/>
              <a:cs typeface="Times New Roman" panose="02020603050405020304" pitchFamily="18" charset="0"/>
            </a:rPr>
            <a:t>Порівняльний аналіз моделей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02F57B-E966-4FEF-AC0C-367582E60C27}" type="parTrans" cxnId="{60355D62-6C16-401B-91DC-EC0E08C5F849}">
      <dgm:prSet/>
      <dgm:spPr/>
      <dgm:t>
        <a:bodyPr/>
        <a:lstStyle/>
        <a:p>
          <a:endParaRPr lang="en-US"/>
        </a:p>
      </dgm:t>
    </dgm:pt>
    <dgm:pt modelId="{FBA3D670-F60D-46AC-A212-7471F56A9EC8}" type="sibTrans" cxnId="{60355D62-6C16-401B-91DC-EC0E08C5F849}">
      <dgm:prSet/>
      <dgm:spPr/>
      <dgm:t>
        <a:bodyPr/>
        <a:lstStyle/>
        <a:p>
          <a:endParaRPr lang="en-US"/>
        </a:p>
      </dgm:t>
    </dgm:pt>
    <dgm:pt modelId="{02AB1E42-E5FF-4319-B28F-D4E24E9A666D}">
      <dgm:prSet/>
      <dgm:spPr/>
      <dgm:t>
        <a:bodyPr/>
        <a:lstStyle/>
        <a:p>
          <a:r>
            <a:rPr lang="uk-UA">
              <a:latin typeface="Times New Roman" panose="02020603050405020304" pitchFamily="18" charset="0"/>
              <a:cs typeface="Times New Roman" panose="02020603050405020304" pitchFamily="18" charset="0"/>
            </a:rPr>
            <a:t>Навчена модель класифікації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A49F23-83A3-4139-9235-C776F69430EC}" type="parTrans" cxnId="{5EAA273D-2F62-4DE7-9997-3D2EFAC02911}">
      <dgm:prSet/>
      <dgm:spPr/>
      <dgm:t>
        <a:bodyPr/>
        <a:lstStyle/>
        <a:p>
          <a:endParaRPr lang="uk-UA"/>
        </a:p>
      </dgm:t>
    </dgm:pt>
    <dgm:pt modelId="{E300CDD3-8FD9-4CDF-810B-3CC9D7BF2FCD}" type="sibTrans" cxnId="{5EAA273D-2F62-4DE7-9997-3D2EFAC02911}">
      <dgm:prSet/>
      <dgm:spPr/>
      <dgm:t>
        <a:bodyPr/>
        <a:lstStyle/>
        <a:p>
          <a:endParaRPr lang="uk-UA"/>
        </a:p>
      </dgm:t>
    </dgm:pt>
    <dgm:pt modelId="{E4A6572A-D97E-4103-A2ED-6A3061C5017A}" type="pres">
      <dgm:prSet presAssocID="{84467A4D-17B7-491A-97E7-E66F48FC907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D15264-4739-42A6-89F7-CEECABA7DFA7}" type="pres">
      <dgm:prSet presAssocID="{E1BFAD5C-3DD2-4B23-860E-D03FE6382554}" presName="hierRoot1" presStyleCnt="0"/>
      <dgm:spPr/>
    </dgm:pt>
    <dgm:pt modelId="{385F41D2-2C43-417F-BF99-DD0F3F9788EB}" type="pres">
      <dgm:prSet presAssocID="{E1BFAD5C-3DD2-4B23-860E-D03FE6382554}" presName="composite" presStyleCnt="0"/>
      <dgm:spPr/>
    </dgm:pt>
    <dgm:pt modelId="{29E3E67E-A276-4AF7-A95D-5F28AB14456A}" type="pres">
      <dgm:prSet presAssocID="{E1BFAD5C-3DD2-4B23-860E-D03FE6382554}" presName="background" presStyleLbl="node0" presStyleIdx="0" presStyleCnt="3"/>
      <dgm:spPr/>
    </dgm:pt>
    <dgm:pt modelId="{68339D9D-5DF7-4223-A6D1-3E59B62D515B}" type="pres">
      <dgm:prSet presAssocID="{E1BFAD5C-3DD2-4B23-860E-D03FE6382554}" presName="text" presStyleLbl="fgAcc0" presStyleIdx="0" presStyleCnt="3">
        <dgm:presLayoutVars>
          <dgm:chPref val="3"/>
        </dgm:presLayoutVars>
      </dgm:prSet>
      <dgm:spPr/>
    </dgm:pt>
    <dgm:pt modelId="{F8E5854F-5FC8-4751-BD40-D078A9EA8284}" type="pres">
      <dgm:prSet presAssocID="{E1BFAD5C-3DD2-4B23-860E-D03FE6382554}" presName="hierChild2" presStyleCnt="0"/>
      <dgm:spPr/>
    </dgm:pt>
    <dgm:pt modelId="{81C27A12-102C-4567-BD75-9F7738E668C9}" type="pres">
      <dgm:prSet presAssocID="{02AB1E42-E5FF-4319-B28F-D4E24E9A666D}" presName="hierRoot1" presStyleCnt="0"/>
      <dgm:spPr/>
    </dgm:pt>
    <dgm:pt modelId="{68CAB9C5-4BD7-456E-82E3-C2759BC4D64F}" type="pres">
      <dgm:prSet presAssocID="{02AB1E42-E5FF-4319-B28F-D4E24E9A666D}" presName="composite" presStyleCnt="0"/>
      <dgm:spPr/>
    </dgm:pt>
    <dgm:pt modelId="{631E06C2-6717-4BB4-A7D7-DF91BC1BC771}" type="pres">
      <dgm:prSet presAssocID="{02AB1E42-E5FF-4319-B28F-D4E24E9A666D}" presName="background" presStyleLbl="node0" presStyleIdx="1" presStyleCnt="3"/>
      <dgm:spPr/>
    </dgm:pt>
    <dgm:pt modelId="{0D116BBE-791A-4198-B847-F5221DAE8E97}" type="pres">
      <dgm:prSet presAssocID="{02AB1E42-E5FF-4319-B28F-D4E24E9A666D}" presName="text" presStyleLbl="fgAcc0" presStyleIdx="1" presStyleCnt="3">
        <dgm:presLayoutVars>
          <dgm:chPref val="3"/>
        </dgm:presLayoutVars>
      </dgm:prSet>
      <dgm:spPr/>
    </dgm:pt>
    <dgm:pt modelId="{2108494A-3444-4D57-9A55-6DADD5521CD1}" type="pres">
      <dgm:prSet presAssocID="{02AB1E42-E5FF-4319-B28F-D4E24E9A666D}" presName="hierChild2" presStyleCnt="0"/>
      <dgm:spPr/>
    </dgm:pt>
    <dgm:pt modelId="{8CE38BA6-BAA8-40F9-B7D8-909DB778B057}" type="pres">
      <dgm:prSet presAssocID="{63B36867-D415-4020-9667-5848BDEE3961}" presName="hierRoot1" presStyleCnt="0"/>
      <dgm:spPr/>
    </dgm:pt>
    <dgm:pt modelId="{E189CC03-C3B9-4608-B2EB-3B41747E52FD}" type="pres">
      <dgm:prSet presAssocID="{63B36867-D415-4020-9667-5848BDEE3961}" presName="composite" presStyleCnt="0"/>
      <dgm:spPr/>
    </dgm:pt>
    <dgm:pt modelId="{6E23E3B6-F1BC-4308-A3A6-2C224640FBDE}" type="pres">
      <dgm:prSet presAssocID="{63B36867-D415-4020-9667-5848BDEE3961}" presName="background" presStyleLbl="node0" presStyleIdx="2" presStyleCnt="3"/>
      <dgm:spPr/>
    </dgm:pt>
    <dgm:pt modelId="{E38EF550-6595-4DD1-B4E1-32EF502DA4AC}" type="pres">
      <dgm:prSet presAssocID="{63B36867-D415-4020-9667-5848BDEE3961}" presName="text" presStyleLbl="fgAcc0" presStyleIdx="2" presStyleCnt="3">
        <dgm:presLayoutVars>
          <dgm:chPref val="3"/>
        </dgm:presLayoutVars>
      </dgm:prSet>
      <dgm:spPr/>
    </dgm:pt>
    <dgm:pt modelId="{62A70532-C2A6-478D-A0EC-57F19ADB6F7E}" type="pres">
      <dgm:prSet presAssocID="{63B36867-D415-4020-9667-5848BDEE3961}" presName="hierChild2" presStyleCnt="0"/>
      <dgm:spPr/>
    </dgm:pt>
  </dgm:ptLst>
  <dgm:cxnLst>
    <dgm:cxn modelId="{5BD7282B-BAAC-41B6-841B-99292BD770CD}" srcId="{84467A4D-17B7-491A-97E7-E66F48FC9076}" destId="{E1BFAD5C-3DD2-4B23-860E-D03FE6382554}" srcOrd="0" destOrd="0" parTransId="{B0CA5DB3-3CF5-46C1-ABA1-A2D181C8A0F0}" sibTransId="{3D5B44D8-7CE8-4CFA-85BE-25B07B1004CB}"/>
    <dgm:cxn modelId="{5EAA273D-2F62-4DE7-9997-3D2EFAC02911}" srcId="{84467A4D-17B7-491A-97E7-E66F48FC9076}" destId="{02AB1E42-E5FF-4319-B28F-D4E24E9A666D}" srcOrd="1" destOrd="0" parTransId="{52A49F23-83A3-4139-9235-C776F69430EC}" sibTransId="{E300CDD3-8FD9-4CDF-810B-3CC9D7BF2FCD}"/>
    <dgm:cxn modelId="{9ADCAF3E-38DB-4040-A82A-634151D03927}" type="presOf" srcId="{84467A4D-17B7-491A-97E7-E66F48FC9076}" destId="{E4A6572A-D97E-4103-A2ED-6A3061C5017A}" srcOrd="0" destOrd="0" presId="urn:microsoft.com/office/officeart/2005/8/layout/hierarchy1"/>
    <dgm:cxn modelId="{60355D62-6C16-401B-91DC-EC0E08C5F849}" srcId="{84467A4D-17B7-491A-97E7-E66F48FC9076}" destId="{63B36867-D415-4020-9667-5848BDEE3961}" srcOrd="2" destOrd="0" parTransId="{9302F57B-E966-4FEF-AC0C-367582E60C27}" sibTransId="{FBA3D670-F60D-46AC-A212-7471F56A9EC8}"/>
    <dgm:cxn modelId="{3C9FE943-4D17-4669-A59A-0D6E2008E5FD}" type="presOf" srcId="{02AB1E42-E5FF-4319-B28F-D4E24E9A666D}" destId="{0D116BBE-791A-4198-B847-F5221DAE8E97}" srcOrd="0" destOrd="0" presId="urn:microsoft.com/office/officeart/2005/8/layout/hierarchy1"/>
    <dgm:cxn modelId="{25CD668A-DC9D-4B27-B1AC-8FD32601154D}" type="presOf" srcId="{E1BFAD5C-3DD2-4B23-860E-D03FE6382554}" destId="{68339D9D-5DF7-4223-A6D1-3E59B62D515B}" srcOrd="0" destOrd="0" presId="urn:microsoft.com/office/officeart/2005/8/layout/hierarchy1"/>
    <dgm:cxn modelId="{4C5A9AAB-178F-4A56-B566-A38CBC34C4C6}" type="presOf" srcId="{63B36867-D415-4020-9667-5848BDEE3961}" destId="{E38EF550-6595-4DD1-B4E1-32EF502DA4AC}" srcOrd="0" destOrd="0" presId="urn:microsoft.com/office/officeart/2005/8/layout/hierarchy1"/>
    <dgm:cxn modelId="{361BC5BB-9A42-4A24-8E52-2CF903770098}" type="presParOf" srcId="{E4A6572A-D97E-4103-A2ED-6A3061C5017A}" destId="{28D15264-4739-42A6-89F7-CEECABA7DFA7}" srcOrd="0" destOrd="0" presId="urn:microsoft.com/office/officeart/2005/8/layout/hierarchy1"/>
    <dgm:cxn modelId="{3F1C5A83-19FE-49C0-B9CA-3FA7512081C2}" type="presParOf" srcId="{28D15264-4739-42A6-89F7-CEECABA7DFA7}" destId="{385F41D2-2C43-417F-BF99-DD0F3F9788EB}" srcOrd="0" destOrd="0" presId="urn:microsoft.com/office/officeart/2005/8/layout/hierarchy1"/>
    <dgm:cxn modelId="{12C2B0FF-37FF-4912-9ED6-8FAA18711EBC}" type="presParOf" srcId="{385F41D2-2C43-417F-BF99-DD0F3F9788EB}" destId="{29E3E67E-A276-4AF7-A95D-5F28AB14456A}" srcOrd="0" destOrd="0" presId="urn:microsoft.com/office/officeart/2005/8/layout/hierarchy1"/>
    <dgm:cxn modelId="{403078E7-9C86-4657-8486-9B8796B9F175}" type="presParOf" srcId="{385F41D2-2C43-417F-BF99-DD0F3F9788EB}" destId="{68339D9D-5DF7-4223-A6D1-3E59B62D515B}" srcOrd="1" destOrd="0" presId="urn:microsoft.com/office/officeart/2005/8/layout/hierarchy1"/>
    <dgm:cxn modelId="{223ED442-FB06-4187-ACE8-4D84F4662366}" type="presParOf" srcId="{28D15264-4739-42A6-89F7-CEECABA7DFA7}" destId="{F8E5854F-5FC8-4751-BD40-D078A9EA8284}" srcOrd="1" destOrd="0" presId="urn:microsoft.com/office/officeart/2005/8/layout/hierarchy1"/>
    <dgm:cxn modelId="{F8961709-52E7-4AB2-A343-1C5735E584C0}" type="presParOf" srcId="{E4A6572A-D97E-4103-A2ED-6A3061C5017A}" destId="{81C27A12-102C-4567-BD75-9F7738E668C9}" srcOrd="1" destOrd="0" presId="urn:microsoft.com/office/officeart/2005/8/layout/hierarchy1"/>
    <dgm:cxn modelId="{4F9274EF-394D-4A61-AA0C-145CD45BF303}" type="presParOf" srcId="{81C27A12-102C-4567-BD75-9F7738E668C9}" destId="{68CAB9C5-4BD7-456E-82E3-C2759BC4D64F}" srcOrd="0" destOrd="0" presId="urn:microsoft.com/office/officeart/2005/8/layout/hierarchy1"/>
    <dgm:cxn modelId="{73180E87-7243-4C7A-9AAD-30311ACC79AA}" type="presParOf" srcId="{68CAB9C5-4BD7-456E-82E3-C2759BC4D64F}" destId="{631E06C2-6717-4BB4-A7D7-DF91BC1BC771}" srcOrd="0" destOrd="0" presId="urn:microsoft.com/office/officeart/2005/8/layout/hierarchy1"/>
    <dgm:cxn modelId="{B86B4E5B-BED9-4E3B-BE7F-7240A40F6938}" type="presParOf" srcId="{68CAB9C5-4BD7-456E-82E3-C2759BC4D64F}" destId="{0D116BBE-791A-4198-B847-F5221DAE8E97}" srcOrd="1" destOrd="0" presId="urn:microsoft.com/office/officeart/2005/8/layout/hierarchy1"/>
    <dgm:cxn modelId="{6E84F8AA-175F-409D-8211-E94AFA4B4D35}" type="presParOf" srcId="{81C27A12-102C-4567-BD75-9F7738E668C9}" destId="{2108494A-3444-4D57-9A55-6DADD5521CD1}" srcOrd="1" destOrd="0" presId="urn:microsoft.com/office/officeart/2005/8/layout/hierarchy1"/>
    <dgm:cxn modelId="{750D4072-83FA-4AFA-9742-7BED884EE451}" type="presParOf" srcId="{E4A6572A-D97E-4103-A2ED-6A3061C5017A}" destId="{8CE38BA6-BAA8-40F9-B7D8-909DB778B057}" srcOrd="2" destOrd="0" presId="urn:microsoft.com/office/officeart/2005/8/layout/hierarchy1"/>
    <dgm:cxn modelId="{EF11CCF7-4CBF-46DB-85A2-83193C591FA3}" type="presParOf" srcId="{8CE38BA6-BAA8-40F9-B7D8-909DB778B057}" destId="{E189CC03-C3B9-4608-B2EB-3B41747E52FD}" srcOrd="0" destOrd="0" presId="urn:microsoft.com/office/officeart/2005/8/layout/hierarchy1"/>
    <dgm:cxn modelId="{35AD0952-81D8-47B3-8C9C-335CB1C862A7}" type="presParOf" srcId="{E189CC03-C3B9-4608-B2EB-3B41747E52FD}" destId="{6E23E3B6-F1BC-4308-A3A6-2C224640FBDE}" srcOrd="0" destOrd="0" presId="urn:microsoft.com/office/officeart/2005/8/layout/hierarchy1"/>
    <dgm:cxn modelId="{737C947F-A2CA-4C6B-8565-0BA12DD754E1}" type="presParOf" srcId="{E189CC03-C3B9-4608-B2EB-3B41747E52FD}" destId="{E38EF550-6595-4DD1-B4E1-32EF502DA4AC}" srcOrd="1" destOrd="0" presId="urn:microsoft.com/office/officeart/2005/8/layout/hierarchy1"/>
    <dgm:cxn modelId="{B34A077B-024E-45DE-B5A5-F2E2254A0E90}" type="presParOf" srcId="{8CE38BA6-BAA8-40F9-B7D8-909DB778B057}" destId="{62A70532-C2A6-478D-A0EC-57F19ADB6F7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95C5B-1792-4DDB-ACFA-CF953D40D04B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kern="1200" dirty="0" err="1"/>
            <a:t>Accuracy</a:t>
          </a:r>
          <a:endParaRPr lang="en-US" sz="4100" kern="1200" dirty="0"/>
        </a:p>
      </dsp:txBody>
      <dsp:txXfrm>
        <a:off x="0" y="573683"/>
        <a:ext cx="2464593" cy="1478756"/>
      </dsp:txXfrm>
    </dsp:sp>
    <dsp:sp modelId="{34798986-0A89-4B2C-9801-BC8D3FA1F3C5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kern="1200"/>
            <a:t>Precision</a:t>
          </a:r>
          <a:endParaRPr lang="en-US" sz="4100" kern="1200"/>
        </a:p>
      </dsp:txBody>
      <dsp:txXfrm>
        <a:off x="2711053" y="573683"/>
        <a:ext cx="2464593" cy="1478756"/>
      </dsp:txXfrm>
    </dsp:sp>
    <dsp:sp modelId="{11CD6865-F45B-48E8-A991-07177FF65454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kern="1200" dirty="0" err="1"/>
            <a:t>Recall</a:t>
          </a:r>
          <a:endParaRPr lang="en-US" sz="4100" kern="1200" dirty="0"/>
        </a:p>
      </dsp:txBody>
      <dsp:txXfrm>
        <a:off x="5422106" y="573683"/>
        <a:ext cx="2464593" cy="1478756"/>
      </dsp:txXfrm>
    </dsp:sp>
    <dsp:sp modelId="{C3C56993-CD4E-406E-9C45-C90C7D1C5467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kern="1200"/>
            <a:t>F1-score</a:t>
          </a:r>
          <a:endParaRPr lang="en-US" sz="4100" kern="1200"/>
        </a:p>
      </dsp:txBody>
      <dsp:txXfrm>
        <a:off x="1355526" y="2298898"/>
        <a:ext cx="2464593" cy="1478756"/>
      </dsp:txXfrm>
    </dsp:sp>
    <dsp:sp modelId="{68DC205C-E1E3-4EA3-B40D-EBC1D43661FB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kern="1200" dirty="0" err="1"/>
            <a:t>Confusion</a:t>
          </a:r>
          <a:r>
            <a:rPr lang="uk-UA" sz="4100" kern="1200" dirty="0"/>
            <a:t> </a:t>
          </a:r>
          <a:r>
            <a:rPr lang="uk-UA" sz="4100" kern="1200" dirty="0" err="1"/>
            <a:t>Matrix</a:t>
          </a:r>
          <a:endParaRPr lang="en-US" sz="4100" kern="1200" dirty="0"/>
        </a:p>
      </dsp:txBody>
      <dsp:txXfrm>
        <a:off x="4066579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3E67E-A276-4AF7-A95D-5F28AB14456A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39D9D-5DF7-4223-A6D1-3E59B62D515B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Готовий </a:t>
          </a:r>
          <a:r>
            <a:rPr lang="uk-UA" sz="2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pipeline</a:t>
          </a:r>
          <a:r>
            <a:rPr lang="uk-UA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для подальшого використання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8614" y="886531"/>
        <a:ext cx="2810360" cy="1744948"/>
      </dsp:txXfrm>
    </dsp:sp>
    <dsp:sp modelId="{631E06C2-6717-4BB4-A7D7-DF91BC1BC771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16BBE-791A-4198-B847-F5221DAE8E97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>
              <a:latin typeface="Times New Roman" panose="02020603050405020304" pitchFamily="18" charset="0"/>
              <a:cs typeface="Times New Roman" panose="02020603050405020304" pitchFamily="18" charset="0"/>
            </a:rPr>
            <a:t>Навчена модель класифікації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46203" y="886531"/>
        <a:ext cx="2810360" cy="1744948"/>
      </dsp:txXfrm>
    </dsp:sp>
    <dsp:sp modelId="{6E23E3B6-F1BC-4308-A3A6-2C224640FBD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EF550-6595-4DD1-B4E1-32EF502DA4A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Порівняльний аналіз моделей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ophiamatskovych/fake-news-u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2650" y="1093788"/>
            <a:ext cx="7879841" cy="2967208"/>
          </a:xfrm>
        </p:spPr>
        <p:txBody>
          <a:bodyPr>
            <a:normAutofit fontScale="90000"/>
          </a:bodyPr>
          <a:lstStyle/>
          <a:p>
            <a:pPr algn="l"/>
            <a:br>
              <a:rPr lang="uk-UA" sz="7000" dirty="0"/>
            </a:b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Disinformation</a:t>
            </a:r>
            <a:r>
              <a:rPr lang="uk-U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UA: </a:t>
            </a: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uk-U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uk-U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uk-U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lang="uk-UA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br>
              <a:rPr lang="uk-UA" sz="7200" dirty="0"/>
            </a:br>
            <a:endParaRPr lang="uk-UA" sz="7000" b="1" dirty="0"/>
          </a:p>
        </p:txBody>
      </p:sp>
      <p:sp>
        <p:nvSpPr>
          <p:cNvPr id="5" name="Підзаголовок 4">
            <a:extLst>
              <a:ext uri="{FF2B5EF4-FFF2-40B4-BE49-F238E27FC236}">
                <a16:creationId xmlns:a16="http://schemas.microsoft.com/office/drawing/2014/main" id="{31B2C0B2-D999-FCA0-84E9-55CC807E8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4693" y="4619625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Project</a:t>
            </a:r>
            <a:endParaRPr lang="uk-U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4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27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0FD84-D820-6B55-8C2B-C0158F05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EF8F0-02A4-5BF5-2DD2-438D397F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502920"/>
            <a:ext cx="7882128" cy="1975104"/>
          </a:xfrm>
        </p:spPr>
        <p:txBody>
          <a:bodyPr anchor="b">
            <a:normAutofit/>
          </a:bodyPr>
          <a:lstStyle/>
          <a:p>
            <a:r>
              <a:rPr lang="uk-UA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проєкту</a:t>
            </a: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6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4936" y="289407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EDBA-4762-4573-C998-E0704A6B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936" y="3328416"/>
            <a:ext cx="7882128" cy="2715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Побудувати модель машинного навчання для бінарної класифікації текстів новин українською мовою REAL/FAKE.</a:t>
            </a:r>
          </a:p>
        </p:txBody>
      </p:sp>
    </p:spTree>
    <p:extLst>
      <p:ext uri="{BB962C8B-B14F-4D97-AF65-F5344CB8AC3E}">
        <p14:creationId xmlns:p14="http://schemas.microsoft.com/office/powerpoint/2010/main" val="79809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2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9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676" y="548640"/>
            <a:ext cx="7626096" cy="1179576"/>
          </a:xfrm>
        </p:spPr>
        <p:txBody>
          <a:bodyPr>
            <a:normAutofit/>
          </a:bodyPr>
          <a:lstStyle/>
          <a:p>
            <a:r>
              <a:rPr lang="uk-U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теми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98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512" y="2481943"/>
            <a:ext cx="9988062" cy="36950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дезінформації є критичною для інформаційної безпеки України.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Фейкові новини впливають на суспільну думку та політичні процеси.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Автоматизовані методи аналізу текстів дозволяють масштабувати перевірку контенту.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ML-підходи є ефективними для задач бінарної класифікації текстів.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936" y="426721"/>
            <a:ext cx="7879842" cy="1919141"/>
          </a:xfrm>
        </p:spPr>
        <p:txBody>
          <a:bodyPr anchor="b">
            <a:normAutofit/>
          </a:bodyPr>
          <a:lstStyle/>
          <a:p>
            <a:r>
              <a:rPr lang="uk-UA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 проєкту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73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154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4936" y="3337269"/>
            <a:ext cx="7882128" cy="29056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 Binary text classification (fake vs 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Вхід: текст новини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Вихід: клас REAL або FAKE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задачі: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2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9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676" y="548640"/>
            <a:ext cx="7626096" cy="1179576"/>
          </a:xfrm>
        </p:spPr>
        <p:txBody>
          <a:bodyPr>
            <a:normAutofit/>
          </a:bodyPr>
          <a:lstStyle/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Етапи виконання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98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189" y="2481943"/>
            <a:ext cx="9807191" cy="3695020"/>
          </a:xfrm>
        </p:spPr>
        <p:txBody>
          <a:bodyPr>
            <a:normAutofit/>
          </a:bodyPr>
          <a:lstStyle/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 та аналіз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датасету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базові статистики</a:t>
            </a:r>
          </a:p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Попередня обробка тексту (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обудова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очищення та нормалізація)</a:t>
            </a:r>
          </a:p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Розбиття даних та перевірка витоків</a:t>
            </a:r>
          </a:p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Порівняння кількох моделей машинного навчання (логістичні/лінійні/тематичні)</a:t>
            </a:r>
          </a:p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Оцінка якості та аналіз помилок</a:t>
            </a:r>
          </a:p>
          <a:p>
            <a:pPr lvl="1"/>
            <a:endParaRPr lang="uk-UA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2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9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676" y="548640"/>
            <a:ext cx="7626096" cy="1179576"/>
          </a:xfrm>
        </p:spPr>
        <p:txBody>
          <a:bodyPr>
            <a:normAutofit/>
          </a:bodyPr>
          <a:lstStyle/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Обраний 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98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0676" y="2481943"/>
            <a:ext cx="7626096" cy="3695020"/>
          </a:xfrm>
        </p:spPr>
        <p:txBody>
          <a:bodyPr>
            <a:normAutofit fontScale="85000" lnSpcReduction="10000"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Джерело: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Kaggle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UA</a:t>
            </a: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Мова: українська (частково переклад з інших мов)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Обсяг: 12 956 текстів</a:t>
            </a: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Наявність розмітки (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частково присутня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Мінімальна кількість чутливих даних</a:t>
            </a: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класів незначний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197D10-7548-A8C8-C55D-3BAF0EF6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958" y="80386"/>
            <a:ext cx="8147237" cy="95659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датасету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базова очистка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512A18-5904-963A-3E96-DF682BDC7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5" y="1149691"/>
            <a:ext cx="7429500" cy="38004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352CAA-FE7B-D6EF-D415-3BAB4A319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952" y="1149691"/>
            <a:ext cx="4610743" cy="208626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3F40C2-5ED9-915E-D5B6-BB3800F91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5" y="5062875"/>
            <a:ext cx="6068272" cy="1714739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F49C8C9-BF96-4B99-6185-E865B554B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75" y="3839113"/>
            <a:ext cx="5973009" cy="170521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13F248B-E46E-E187-D9FF-6C4153BF6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345" y="5864615"/>
            <a:ext cx="4344389" cy="36412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3318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936" y="426721"/>
            <a:ext cx="7879842" cy="1919141"/>
          </a:xfrm>
        </p:spPr>
        <p:txBody>
          <a:bodyPr anchor="b">
            <a:normAutofit/>
          </a:bodyPr>
          <a:lstStyle/>
          <a:p>
            <a:r>
              <a:rPr lang="uk-UA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uk-UA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uk-UA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73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154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4936" y="3337269"/>
            <a:ext cx="7882128" cy="2905686"/>
          </a:xfrm>
        </p:spPr>
        <p:txBody>
          <a:bodyPr>
            <a:normAutofit fontScale="92500"/>
          </a:bodyPr>
          <a:lstStyle/>
          <a:p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розподіл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Навчання 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ей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Оцінювання якості</a:t>
            </a:r>
          </a:p>
          <a:p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помилок та 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тюнінг</a:t>
            </a:r>
            <a:r>
              <a:rPr lang="uk-UA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гіперпараметрів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2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49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676" y="416052"/>
            <a:ext cx="7626096" cy="1179576"/>
          </a:xfrm>
        </p:spPr>
        <p:txBody>
          <a:bodyPr>
            <a:normAutofit fontScale="90000"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Попередня обробка тексту</a:t>
            </a:r>
            <a:b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uk-UA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98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196" y="2853731"/>
            <a:ext cx="8369046" cy="3323231"/>
          </a:xfrm>
        </p:spPr>
        <p:txBody>
          <a:bodyPr anchor="t">
            <a:normAutofit/>
          </a:bodyPr>
          <a:lstStyle/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Очищення тексту (HTML, посилання,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спецсимволи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пробіли, 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гомографи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Нормалізація тексту (</a:t>
            </a: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lowercasing</a:t>
            </a: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Токенізація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 стоп-слів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D85B-2B4C-6E6D-1DC5-40765895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6D530C-65BD-FCD4-08E7-EFDF55F9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0" y="579102"/>
            <a:ext cx="4134427" cy="241968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EAF9A44-CB0E-DB17-BB25-3A1705E1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662" b="83671"/>
          <a:stretch>
            <a:fillRect/>
          </a:stretch>
        </p:blipFill>
        <p:spPr>
          <a:xfrm>
            <a:off x="412420" y="3545835"/>
            <a:ext cx="4318666" cy="9737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D1BAB48-483E-6F8F-AF97-C28D756B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34"/>
          <a:stretch>
            <a:fillRect/>
          </a:stretch>
        </p:blipFill>
        <p:spPr>
          <a:xfrm>
            <a:off x="4731086" y="514887"/>
            <a:ext cx="7278116" cy="460177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8030A0-4012-7AB9-20CF-2C8B4AE2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503" r="48203"/>
          <a:stretch>
            <a:fillRect/>
          </a:stretch>
        </p:blipFill>
        <p:spPr>
          <a:xfrm>
            <a:off x="389729" y="5133269"/>
            <a:ext cx="5625149" cy="114562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134006B-6D38-3B8D-CDF1-6F0FC697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803" y="4953834"/>
            <a:ext cx="5206468" cy="1504498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&amp; Normalization</a:t>
            </a:r>
            <a:endParaRPr lang="uk-U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23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99FF-8977-090B-E975-6570FF53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C52284-9B68-08C8-3632-3806A7D161AF}"/>
              </a:ext>
            </a:extLst>
          </p:cNvPr>
          <p:cNvSpPr txBox="1"/>
          <p:nvPr/>
        </p:nvSpPr>
        <p:spPr>
          <a:xfrm>
            <a:off x="1952087" y="2961612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ре</a:t>
            </a:r>
            <a:r>
              <a:rPr lang="en-US" sz="2200" dirty="0"/>
              <a:t>n</a:t>
            </a:r>
            <a:r>
              <a:rPr lang="uk-UA" sz="2200" dirty="0"/>
              <a:t>ост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28FC7-07C2-DD1C-D622-C6E9DDE6BEEC}"/>
              </a:ext>
            </a:extLst>
          </p:cNvPr>
          <p:cNvSpPr txBox="1"/>
          <p:nvPr/>
        </p:nvSpPr>
        <p:spPr>
          <a:xfrm>
            <a:off x="2454488" y="1427507"/>
            <a:ext cx="1287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спершу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C1E7D-EE96-4A91-615A-FBC71A4CE118}"/>
              </a:ext>
            </a:extLst>
          </p:cNvPr>
          <p:cNvSpPr txBox="1"/>
          <p:nvPr/>
        </p:nvSpPr>
        <p:spPr>
          <a:xfrm>
            <a:off x="2731892" y="2303479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ре</a:t>
            </a:r>
            <a:r>
              <a:rPr lang="en-US" sz="2200" dirty="0"/>
              <a:t>n</a:t>
            </a:r>
            <a:r>
              <a:rPr lang="uk-UA" sz="2200" dirty="0"/>
              <a:t>ост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E90CD-CAC4-7DAD-03D5-2AA2E1DCF5A4}"/>
              </a:ext>
            </a:extLst>
          </p:cNvPr>
          <p:cNvSpPr txBox="1"/>
          <p:nvPr/>
        </p:nvSpPr>
        <p:spPr>
          <a:xfrm>
            <a:off x="1378298" y="5226725"/>
            <a:ext cx="1101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</a:t>
            </a:r>
            <a:r>
              <a:rPr lang="uk-UA" sz="2200" dirty="0"/>
              <a:t>р</a:t>
            </a:r>
            <a:r>
              <a:rPr lang="en-US" sz="2200" dirty="0"/>
              <a:t>u</a:t>
            </a:r>
            <a:r>
              <a:rPr lang="uk-UA" sz="2200" dirty="0"/>
              <a:t>віт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6D1A9-DB82-6AC8-2824-9B8853461057}"/>
              </a:ext>
            </a:extLst>
          </p:cNvPr>
          <p:cNvSpPr txBox="1"/>
          <p:nvPr/>
        </p:nvSpPr>
        <p:spPr>
          <a:xfrm>
            <a:off x="3933929" y="2261641"/>
            <a:ext cx="1101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н</a:t>
            </a:r>
            <a:r>
              <a:rPr lang="en-US" sz="2200" dirty="0"/>
              <a:t>ana</a:t>
            </a:r>
            <a:r>
              <a:rPr lang="uk-UA" sz="2200" dirty="0"/>
              <a:t>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0DD3BC-DCCD-99CA-83E3-C6479B91745E}"/>
              </a:ext>
            </a:extLst>
          </p:cNvPr>
          <p:cNvSpPr txBox="1"/>
          <p:nvPr/>
        </p:nvSpPr>
        <p:spPr>
          <a:xfrm>
            <a:off x="4625590" y="2905821"/>
            <a:ext cx="1101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напад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F52B0-4C63-9F14-848E-EE2235A6550C}"/>
              </a:ext>
            </a:extLst>
          </p:cNvPr>
          <p:cNvSpPr txBox="1"/>
          <p:nvPr/>
        </p:nvSpPr>
        <p:spPr>
          <a:xfrm>
            <a:off x="2579078" y="4872802"/>
            <a:ext cx="1101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/>
              <a:t>привіт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01A55C-DC88-501E-EF4C-498888016613}"/>
              </a:ext>
            </a:extLst>
          </p:cNvPr>
          <p:cNvSpPr txBox="1"/>
          <p:nvPr/>
        </p:nvSpPr>
        <p:spPr>
          <a:xfrm>
            <a:off x="860153" y="1712342"/>
            <a:ext cx="1287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cne</a:t>
            </a:r>
            <a:r>
              <a:rPr lang="uk-UA" sz="2200" dirty="0" err="1"/>
              <a:t>рш</a:t>
            </a:r>
            <a:r>
              <a:rPr lang="en-US" sz="2200" dirty="0"/>
              <a:t>y</a:t>
            </a:r>
            <a:endParaRPr lang="uk-UA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438CB-4B21-6F8E-1680-FE1C45456C7B}"/>
              </a:ext>
            </a:extLst>
          </p:cNvPr>
          <p:cNvSpPr txBox="1"/>
          <p:nvPr/>
        </p:nvSpPr>
        <p:spPr>
          <a:xfrm>
            <a:off x="3228036" y="236972"/>
            <a:ext cx="5748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uk-UA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</a:p>
        </p:txBody>
      </p:sp>
      <p:cxnSp>
        <p:nvCxnSpPr>
          <p:cNvPr id="25" name="Сполучна лінія: вигнута 24">
            <a:extLst>
              <a:ext uri="{FF2B5EF4-FFF2-40B4-BE49-F238E27FC236}">
                <a16:creationId xmlns:a16="http://schemas.microsoft.com/office/drawing/2014/main" id="{38F8018C-C6D5-CB4B-7634-5A6320C86E38}"/>
              </a:ext>
            </a:extLst>
          </p:cNvPr>
          <p:cNvCxnSpPr>
            <a:cxnSpLocks/>
            <a:stCxn id="20" idx="0"/>
            <a:endCxn id="6" idx="0"/>
          </p:cNvCxnSpPr>
          <p:nvPr/>
        </p:nvCxnSpPr>
        <p:spPr>
          <a:xfrm rot="5400000" flipH="1" flipV="1">
            <a:off x="2158835" y="772758"/>
            <a:ext cx="284835" cy="1594335"/>
          </a:xfrm>
          <a:prstGeom prst="curvedConnector3">
            <a:avLst>
              <a:gd name="adj1" fmla="val 180257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Сполучна лінія: вигнута 34">
            <a:extLst>
              <a:ext uri="{FF2B5EF4-FFF2-40B4-BE49-F238E27FC236}">
                <a16:creationId xmlns:a16="http://schemas.microsoft.com/office/drawing/2014/main" id="{225D5BA1-991F-4641-2A28-E8F64C6F96E4}"/>
              </a:ext>
            </a:extLst>
          </p:cNvPr>
          <p:cNvCxnSpPr>
            <a:cxnSpLocks/>
            <a:stCxn id="9" idx="1"/>
            <a:endCxn id="16" idx="2"/>
          </p:cNvCxnSpPr>
          <p:nvPr/>
        </p:nvCxnSpPr>
        <p:spPr>
          <a:xfrm rot="10800000" flipH="1">
            <a:off x="1378298" y="5303689"/>
            <a:ext cx="1751762" cy="138480"/>
          </a:xfrm>
          <a:prstGeom prst="curvedConnector4">
            <a:avLst>
              <a:gd name="adj1" fmla="val -13050"/>
              <a:gd name="adj2" fmla="val -320655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Сполучна лінія: вигнута 35">
            <a:extLst>
              <a:ext uri="{FF2B5EF4-FFF2-40B4-BE49-F238E27FC236}">
                <a16:creationId xmlns:a16="http://schemas.microsoft.com/office/drawing/2014/main" id="{69B7AC44-2CAB-656E-FF55-D1CAE5990412}"/>
              </a:ext>
            </a:extLst>
          </p:cNvPr>
          <p:cNvCxnSpPr>
            <a:cxnSpLocks/>
            <a:stCxn id="13" idx="0"/>
            <a:endCxn id="15" idx="0"/>
          </p:cNvCxnSpPr>
          <p:nvPr/>
        </p:nvCxnSpPr>
        <p:spPr>
          <a:xfrm rot="16200000" flipH="1">
            <a:off x="4508651" y="2237901"/>
            <a:ext cx="644180" cy="691661"/>
          </a:xfrm>
          <a:prstGeom prst="curvedConnector3">
            <a:avLst>
              <a:gd name="adj1" fmla="val -35487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ED3AECB-B64A-5419-1533-5F26978D0883}"/>
              </a:ext>
            </a:extLst>
          </p:cNvPr>
          <p:cNvSpPr txBox="1"/>
          <p:nvPr/>
        </p:nvSpPr>
        <p:spPr>
          <a:xfrm>
            <a:off x="4295007" y="4833635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</a:t>
            </a:r>
            <a:r>
              <a:rPr lang="uk-UA" sz="2200" dirty="0"/>
              <a:t>и</a:t>
            </a:r>
            <a:r>
              <a:rPr lang="en-US" sz="2200" dirty="0"/>
              <a:t>ma</a:t>
            </a:r>
            <a:r>
              <a:rPr lang="uk-UA" sz="2200" dirty="0"/>
              <a:t>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243CBF-5086-5D60-41AB-7EE96BC6A711}"/>
              </a:ext>
            </a:extLst>
          </p:cNvPr>
          <p:cNvSpPr txBox="1"/>
          <p:nvPr/>
        </p:nvSpPr>
        <p:spPr>
          <a:xfrm>
            <a:off x="721971" y="4080087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javelin</a:t>
            </a:r>
            <a:endParaRPr lang="uk-UA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4C4FC5-5807-1955-15CD-4DCCBB775401}"/>
              </a:ext>
            </a:extLst>
          </p:cNvPr>
          <p:cNvSpPr txBox="1"/>
          <p:nvPr/>
        </p:nvSpPr>
        <p:spPr>
          <a:xfrm>
            <a:off x="354194" y="3121264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j</a:t>
            </a:r>
            <a:r>
              <a:rPr lang="uk-UA" sz="2200" dirty="0"/>
              <a:t>а</a:t>
            </a:r>
            <a:r>
              <a:rPr lang="en-US" sz="2200" dirty="0"/>
              <a:t>v</a:t>
            </a:r>
            <a:r>
              <a:rPr lang="uk-UA" sz="2200" dirty="0"/>
              <a:t>е</a:t>
            </a:r>
            <a:r>
              <a:rPr lang="en-US" sz="2200" dirty="0"/>
              <a:t>l</a:t>
            </a:r>
            <a:r>
              <a:rPr lang="uk-UA" sz="2200" dirty="0" err="1"/>
              <a:t>іп</a:t>
            </a:r>
            <a:endParaRPr lang="uk-UA" sz="2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7914EF-5DF7-E838-B4F5-04B0D7E00D77}"/>
              </a:ext>
            </a:extLst>
          </p:cNvPr>
          <p:cNvSpPr txBox="1"/>
          <p:nvPr/>
        </p:nvSpPr>
        <p:spPr>
          <a:xfrm>
            <a:off x="3424980" y="3908191"/>
            <a:ext cx="9922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human</a:t>
            </a:r>
            <a:endParaRPr lang="uk-UA" sz="2200" dirty="0"/>
          </a:p>
        </p:txBody>
      </p:sp>
      <p:cxnSp>
        <p:nvCxnSpPr>
          <p:cNvPr id="48" name="Сполучна лінія: вигнута 47">
            <a:extLst>
              <a:ext uri="{FF2B5EF4-FFF2-40B4-BE49-F238E27FC236}">
                <a16:creationId xmlns:a16="http://schemas.microsoft.com/office/drawing/2014/main" id="{219F7DFD-01C6-8CE1-F15A-9FEAFB759E47}"/>
              </a:ext>
            </a:extLst>
          </p:cNvPr>
          <p:cNvCxnSpPr>
            <a:cxnSpLocks/>
            <a:stCxn id="43" idx="3"/>
            <a:endCxn id="45" idx="2"/>
          </p:cNvCxnSpPr>
          <p:nvPr/>
        </p:nvCxnSpPr>
        <p:spPr>
          <a:xfrm flipH="1" flipV="1">
            <a:off x="850339" y="3552151"/>
            <a:ext cx="863921" cy="743380"/>
          </a:xfrm>
          <a:prstGeom prst="curvedConnector4">
            <a:avLst>
              <a:gd name="adj1" fmla="val -26461"/>
              <a:gd name="adj2" fmla="val 6449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Сполучна лінія: вигнута 49">
            <a:extLst>
              <a:ext uri="{FF2B5EF4-FFF2-40B4-BE49-F238E27FC236}">
                <a16:creationId xmlns:a16="http://schemas.microsoft.com/office/drawing/2014/main" id="{D4FC2BC8-59DD-5615-2EED-E5C3184F7F43}"/>
              </a:ext>
            </a:extLst>
          </p:cNvPr>
          <p:cNvCxnSpPr>
            <a:cxnSpLocks/>
            <a:stCxn id="46" idx="3"/>
            <a:endCxn id="42" idx="2"/>
          </p:cNvCxnSpPr>
          <p:nvPr/>
        </p:nvCxnSpPr>
        <p:spPr>
          <a:xfrm>
            <a:off x="4417269" y="4123635"/>
            <a:ext cx="373883" cy="1140887"/>
          </a:xfrm>
          <a:prstGeom prst="curvedConnector4">
            <a:avLst>
              <a:gd name="adj1" fmla="val 293842"/>
              <a:gd name="adj2" fmla="val 12003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E568CE55-DD92-C6FE-FB54-3E327A36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158" y="1040371"/>
            <a:ext cx="6458851" cy="5239481"/>
          </a:xfrm>
          <a:prstGeom prst="rect">
            <a:avLst/>
          </a:prstGeom>
        </p:spPr>
      </p:pic>
      <p:cxnSp>
        <p:nvCxnSpPr>
          <p:cNvPr id="61" name="Сполучна лінія: вигнута 60">
            <a:extLst>
              <a:ext uri="{FF2B5EF4-FFF2-40B4-BE49-F238E27FC236}">
                <a16:creationId xmlns:a16="http://schemas.microsoft.com/office/drawing/2014/main" id="{8E52EDAE-111B-A4C9-E449-5D1E6767E2FA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rot="5400000" flipH="1" flipV="1">
            <a:off x="2509067" y="2673530"/>
            <a:ext cx="658133" cy="779805"/>
          </a:xfrm>
          <a:prstGeom prst="curvedConnector3">
            <a:avLst>
              <a:gd name="adj1" fmla="val -34735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14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9054AC-0939-D2D1-5017-678AACDA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4" y="1281607"/>
            <a:ext cx="4753638" cy="50013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E16BA1-3B47-B008-EF57-4D81F0A06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87" y="1559582"/>
            <a:ext cx="4977584" cy="400197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9DBBDD-CEF5-D80C-5E5F-5A1D36B5B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738" y="1566602"/>
            <a:ext cx="2419688" cy="3724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E4723-D14F-4DBF-B67F-FDA40FB9F37E}"/>
              </a:ext>
            </a:extLst>
          </p:cNvPr>
          <p:cNvSpPr txBox="1"/>
          <p:nvPr/>
        </p:nvSpPr>
        <p:spPr>
          <a:xfrm>
            <a:off x="3649226" y="195187"/>
            <a:ext cx="4893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+ leakage checks</a:t>
            </a:r>
            <a:endParaRPr lang="uk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26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EB8C39-09E6-7523-A00B-02C9CCB25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1" y="1016056"/>
            <a:ext cx="4210638" cy="37724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64382D4-8362-EF44-E7AD-4EC122D31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24" y="4852144"/>
            <a:ext cx="5563376" cy="17147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C80464-4620-9163-0E43-A5FA66CC9129}"/>
              </a:ext>
            </a:extLst>
          </p:cNvPr>
          <p:cNvSpPr txBox="1"/>
          <p:nvPr/>
        </p:nvSpPr>
        <p:spPr>
          <a:xfrm>
            <a:off x="3649226" y="195187"/>
            <a:ext cx="4893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+ leakage checks</a:t>
            </a:r>
            <a:endParaRPr lang="uk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C08389-33D2-81D2-264B-B2E87CD1D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566" y="1016056"/>
            <a:ext cx="4867954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57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739D16-4EDC-AA03-DEC8-7F72EFF15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59" y="1328812"/>
            <a:ext cx="7021856" cy="190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556996"/>
            <a:ext cx="7886700" cy="1133693"/>
          </a:xfrm>
        </p:spPr>
        <p:txBody>
          <a:bodyPr>
            <a:normAutofit fontScale="90000"/>
          </a:bodyPr>
          <a:lstStyle/>
          <a:p>
            <a:r>
              <a:rPr lang="uk-U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оцінювання моделей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A39BA8-92E5-4F20-8759-92EEA6056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125475"/>
              </p:ext>
            </p:extLst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0C3F5D4-1E34-91F4-BDD4-0B740AA4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706" y="1225418"/>
            <a:ext cx="3743847" cy="16194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43FAE-4A18-8F11-DCC3-24AA34BB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44" y="0"/>
            <a:ext cx="10972800" cy="812957"/>
          </a:xfrm>
        </p:spPr>
        <p:txBody>
          <a:bodyPr anchor="ctr">
            <a:norm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Порівняння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0C525F6-A0EE-6BBB-8320-ED9DADA9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447" y="1225878"/>
            <a:ext cx="3743847" cy="161948"/>
          </a:xfrm>
          <a:prstGeom prst="rect">
            <a:avLst/>
          </a:prstGeom>
        </p:spPr>
      </p:pic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7B91163-839B-43C5-0898-089D00339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202" y="775236"/>
            <a:ext cx="5386917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word(1,1) + Logistic Regression</a:t>
            </a:r>
            <a:endParaRPr lang="uk-UA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C8A7A2F-6E06-452E-9BA3-521384457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70" y="769334"/>
            <a:ext cx="5389033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Logistic Regression</a:t>
            </a:r>
            <a:endParaRPr lang="uk-UA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1EB427E-1F58-EA05-B389-A3C5B9C2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44" y="3429000"/>
            <a:ext cx="5058481" cy="311511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FF152C1-A667-1D4D-FD1E-2A59F852D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82" y="3375529"/>
            <a:ext cx="5068007" cy="312463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A60815B-1A61-4EFC-02E1-A4EA715A3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8" y="1365473"/>
            <a:ext cx="4496427" cy="2010056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572A706-88EC-9E5F-7E47-B424BCA9F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882" y="1414998"/>
            <a:ext cx="4401164" cy="1905266"/>
          </a:xfrm>
          <a:prstGeom prst="rect">
            <a:avLst/>
          </a:prstGeom>
        </p:spPr>
      </p:pic>
      <p:pic>
        <p:nvPicPr>
          <p:cNvPr id="1028" name="Picture 4" descr="Vs png images | PNGEgg">
            <a:extLst>
              <a:ext uri="{FF2B5EF4-FFF2-40B4-BE49-F238E27FC236}">
                <a16:creationId xmlns:a16="http://schemas.microsoft.com/office/drawing/2014/main" id="{44789DF1-4E0B-0739-3205-864F8A330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3908" y1="33333" x2="33908" y2="3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444" y="1498764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33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1C72-C6C7-B0F2-0F89-5B68AA0A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39100-20A5-0267-41AB-AB3E2B297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44" y="0"/>
            <a:ext cx="10972800" cy="812957"/>
          </a:xfrm>
        </p:spPr>
        <p:txBody>
          <a:bodyPr anchor="ctr">
            <a:norm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Порівняння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DBDD441-B20C-6E1E-2CE3-DBF48B8D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202" y="775236"/>
            <a:ext cx="5386917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word(1,1) + Logistic Regression</a:t>
            </a:r>
            <a:endParaRPr lang="uk-UA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34409F2-E162-9218-C6EE-7BEA5242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70" y="769334"/>
            <a:ext cx="5389033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Logistic Regression</a:t>
            </a:r>
            <a:endParaRPr lang="uk-UA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4FF8B0-87F0-9A8E-BDFC-1B83E9413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55" y="1282651"/>
            <a:ext cx="51339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30FC637-BD2E-070B-4BF5-F6FC2560D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72" y="1282651"/>
            <a:ext cx="51339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90C5F4-A23B-28F5-F651-2B02038C2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61" y="5585397"/>
            <a:ext cx="5668166" cy="9812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8207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866A-B964-1115-FCB4-43370592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C90D120-656A-7FEC-EDAB-2B2234BA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53" y="1497648"/>
            <a:ext cx="5350473" cy="17591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18195-A46F-2ACE-2B96-D25FDD45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1925"/>
            <a:ext cx="10972800" cy="812957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</a:t>
            </a:r>
            <a:endParaRPr lang="uk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3397B5A-3C91-B252-D86A-EC0B727EF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056" y="1009930"/>
            <a:ext cx="6096000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Linear SVC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A29A72E-D2D1-FE65-96F7-B98ADE830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014882"/>
            <a:ext cx="6093887" cy="639762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Linear SVC (balanced)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CFE3F6-1862-20AD-7891-14C5A36A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77" y="1726618"/>
            <a:ext cx="3019846" cy="191479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9A9CC84-F0E5-54EF-7525-D5984C945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077" y="4423303"/>
            <a:ext cx="2991267" cy="1933845"/>
          </a:xfrm>
          <a:prstGeom prst="rect">
            <a:avLst/>
          </a:prstGeom>
        </p:spPr>
      </p:pic>
      <p:sp>
        <p:nvSpPr>
          <p:cNvPr id="17" name="Місце для тексту 2">
            <a:extLst>
              <a:ext uri="{FF2B5EF4-FFF2-40B4-BE49-F238E27FC236}">
                <a16:creationId xmlns:a16="http://schemas.microsoft.com/office/drawing/2014/main" id="{EDB2408D-4FE8-342E-1D31-37D9D9D299CF}"/>
              </a:ext>
            </a:extLst>
          </p:cNvPr>
          <p:cNvSpPr txBox="1">
            <a:spLocks/>
          </p:cNvSpPr>
          <p:nvPr/>
        </p:nvSpPr>
        <p:spPr>
          <a:xfrm>
            <a:off x="-1056" y="3723007"/>
            <a:ext cx="60960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char(3,5) + Linear SVC</a:t>
            </a:r>
          </a:p>
        </p:txBody>
      </p:sp>
      <p:sp>
        <p:nvSpPr>
          <p:cNvPr id="18" name="Місце для тексту 4">
            <a:extLst>
              <a:ext uri="{FF2B5EF4-FFF2-40B4-BE49-F238E27FC236}">
                <a16:creationId xmlns:a16="http://schemas.microsoft.com/office/drawing/2014/main" id="{E91B240C-423B-D9A7-11B5-6EBFE1F9D504}"/>
              </a:ext>
            </a:extLst>
          </p:cNvPr>
          <p:cNvSpPr txBox="1">
            <a:spLocks/>
          </p:cNvSpPr>
          <p:nvPr/>
        </p:nvSpPr>
        <p:spPr>
          <a:xfrm>
            <a:off x="6094944" y="3718055"/>
            <a:ext cx="6093887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189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char(3,5) + Linear SVC (balanced)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3A715C-7988-2ABE-1532-5425ECBDB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861" y="1670658"/>
            <a:ext cx="4582164" cy="190526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DF3F12D-E8F2-70A1-C68A-C5811E7FB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808" y="4432829"/>
            <a:ext cx="4572638" cy="1924319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08894986-85AE-8107-EFF6-C1A016B36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21" y="4195869"/>
            <a:ext cx="3743847" cy="16194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9234CF1-2B59-94FB-2826-2DD6568E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6" y="1508526"/>
            <a:ext cx="3743847" cy="161948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6A315DE-2A5B-24EF-0BA5-D1F93EA4B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53" y="4195869"/>
            <a:ext cx="5350473" cy="1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06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AAC9D-DA00-6BE2-F0E5-C9D85EF3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2977B-A351-4783-BBA6-2CA74AE1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SVM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Таблиця 8">
            <a:extLst>
              <a:ext uri="{FF2B5EF4-FFF2-40B4-BE49-F238E27FC236}">
                <a16:creationId xmlns:a16="http://schemas.microsoft.com/office/drawing/2014/main" id="{E055B347-6587-5792-E833-50E692507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15766"/>
              </p:ext>
            </p:extLst>
          </p:nvPr>
        </p:nvGraphicFramePr>
        <p:xfrm>
          <a:off x="638882" y="2762431"/>
          <a:ext cx="10909639" cy="3084879"/>
        </p:xfrm>
        <a:graphic>
          <a:graphicData uri="http://schemas.openxmlformats.org/drawingml/2006/table">
            <a:tbl>
              <a:tblPr firstRow="1" bandRow="1" bandCol="1">
                <a:tableStyleId>{72833802-FEF1-4C79-8D5D-14CF1EAF98D9}</a:tableStyleId>
              </a:tblPr>
              <a:tblGrid>
                <a:gridCol w="2186738">
                  <a:extLst>
                    <a:ext uri="{9D8B030D-6E8A-4147-A177-3AD203B41FA5}">
                      <a16:colId xmlns:a16="http://schemas.microsoft.com/office/drawing/2014/main" val="1653459324"/>
                    </a:ext>
                  </a:extLst>
                </a:gridCol>
                <a:gridCol w="2186738">
                  <a:extLst>
                    <a:ext uri="{9D8B030D-6E8A-4147-A177-3AD203B41FA5}">
                      <a16:colId xmlns:a16="http://schemas.microsoft.com/office/drawing/2014/main" val="610819780"/>
                    </a:ext>
                  </a:extLst>
                </a:gridCol>
                <a:gridCol w="2186738">
                  <a:extLst>
                    <a:ext uri="{9D8B030D-6E8A-4147-A177-3AD203B41FA5}">
                      <a16:colId xmlns:a16="http://schemas.microsoft.com/office/drawing/2014/main" val="328713212"/>
                    </a:ext>
                  </a:extLst>
                </a:gridCol>
                <a:gridCol w="2162687">
                  <a:extLst>
                    <a:ext uri="{9D8B030D-6E8A-4147-A177-3AD203B41FA5}">
                      <a16:colId xmlns:a16="http://schemas.microsoft.com/office/drawing/2014/main" val="733379263"/>
                    </a:ext>
                  </a:extLst>
                </a:gridCol>
                <a:gridCol w="2186738">
                  <a:extLst>
                    <a:ext uri="{9D8B030D-6E8A-4147-A177-3AD203B41FA5}">
                      <a16:colId xmlns:a16="http://schemas.microsoft.com/office/drawing/2014/main" val="3645155229"/>
                    </a:ext>
                  </a:extLst>
                </a:gridCol>
              </a:tblGrid>
              <a:tr h="48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Model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Features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 err="1">
                          <a:effectLst/>
                        </a:rPr>
                        <a:t>class_weight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Accuracy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Macro-F1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/>
                </a:tc>
                <a:extLst>
                  <a:ext uri="{0D108BD9-81ED-4DB2-BD59-A6C34878D82A}">
                    <a16:rowId xmlns:a16="http://schemas.microsoft.com/office/drawing/2014/main" val="2550219683"/>
                  </a:ext>
                </a:extLst>
              </a:tr>
              <a:tr h="48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SVM word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word(1,2)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no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>
                          <a:effectLst/>
                        </a:rPr>
                        <a:t>0.894402</a:t>
                      </a:r>
                      <a:endParaRPr lang="uk-UA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>
                          <a:effectLst/>
                        </a:rPr>
                        <a:t>0.890243</a:t>
                      </a:r>
                      <a:endParaRPr lang="uk-UA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extLst>
                  <a:ext uri="{0D108BD9-81ED-4DB2-BD59-A6C34878D82A}">
                    <a16:rowId xmlns:a16="http://schemas.microsoft.com/office/drawing/2014/main" val="1368173502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SVM word balanced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word(1,2)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dirty="0">
                          <a:effectLst/>
                        </a:rPr>
                        <a:t>balanced</a:t>
                      </a:r>
                      <a:endParaRPr lang="en-US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>
                          <a:effectLst/>
                        </a:rPr>
                        <a:t>0.889313</a:t>
                      </a:r>
                      <a:endParaRPr lang="uk-UA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 dirty="0">
                          <a:effectLst/>
                        </a:rPr>
                        <a:t>0.885633</a:t>
                      </a:r>
                      <a:endParaRPr lang="uk-UA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extLst>
                  <a:ext uri="{0D108BD9-81ED-4DB2-BD59-A6C34878D82A}">
                    <a16:rowId xmlns:a16="http://schemas.microsoft.com/office/drawing/2014/main" val="2146903293"/>
                  </a:ext>
                </a:extLst>
              </a:tr>
              <a:tr h="48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SVM char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char(3,5)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no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 dirty="0">
                          <a:effectLst/>
                        </a:rPr>
                        <a:t>0.930025</a:t>
                      </a:r>
                      <a:endParaRPr lang="uk-UA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>
                          <a:effectLst/>
                        </a:rPr>
                        <a:t>0.927630</a:t>
                      </a:r>
                      <a:endParaRPr lang="uk-UA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extLst>
                  <a:ext uri="{0D108BD9-81ED-4DB2-BD59-A6C34878D82A}">
                    <a16:rowId xmlns:a16="http://schemas.microsoft.com/office/drawing/2014/main" val="2954775026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SVM char balanced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char(3,5)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>
                          <a:effectLst/>
                        </a:rPr>
                        <a:t>balanced</a:t>
                      </a:r>
                      <a:endParaRPr lang="en-US" sz="22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 dirty="0">
                          <a:effectLst/>
                        </a:rPr>
                        <a:t>0.933842</a:t>
                      </a:r>
                      <a:endParaRPr lang="uk-UA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2200" dirty="0">
                          <a:effectLst/>
                        </a:rPr>
                        <a:t>0.932097</a:t>
                      </a:r>
                      <a:endParaRPr lang="uk-UA" sz="2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101699" marR="101699" marT="50850" marB="50850" anchor="ctr"/>
                </a:tc>
                <a:extLst>
                  <a:ext uri="{0D108BD9-81ED-4DB2-BD59-A6C34878D82A}">
                    <a16:rowId xmlns:a16="http://schemas.microsoft.com/office/drawing/2014/main" val="2285241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616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2924B-27EB-0C1C-0593-C7290B90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542660-95AA-B0C2-810A-D08BE13B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736" y="1494932"/>
            <a:ext cx="209579" cy="13432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A6528F-8CD5-277D-9E7B-983D3DC3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1"/>
            <a:ext cx="3419856" cy="2380942"/>
          </a:xfrm>
        </p:spPr>
        <p:txBody>
          <a:bodyPr anchor="ctr">
            <a:norm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Інші розглянуті моделі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A04D9-6F78-5331-BA8E-7BD37CEEF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57200"/>
            <a:ext cx="6894576" cy="2380944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MultinomialNB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RidgeClassifier</a:t>
            </a:r>
            <a:endParaRPr lang="uk-U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char(3,5)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PassiveAggressiveClassifier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char(3,5)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XGBClassifier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word(1,2)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F23EEC-5559-8013-B7D0-3BE80843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" y="3680459"/>
            <a:ext cx="10917936" cy="23352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3DE92B-A543-320A-F12D-43D74A437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64171" y="-2039855"/>
            <a:ext cx="251459" cy="1068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46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F9AB15B-8418-078D-9250-2794570FA5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2" b="3988"/>
          <a:stretch>
            <a:fillRect/>
          </a:stretch>
        </p:blipFill>
        <p:spPr bwMode="auto">
          <a:xfrm>
            <a:off x="302820" y="170336"/>
            <a:ext cx="11586359" cy="651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64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uk-UA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uk-UA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uk-UA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877822"/>
            <a:ext cx="6224335" cy="255117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</a:t>
            </a:r>
            <a:r>
              <a:rPr lang="uk-UA" sz="2200" noProof="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uk-UA" sz="2200" noProof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200" noProof="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Positives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Емоційний текст</a:t>
            </a:r>
          </a:p>
          <a:p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Короткий текст</a:t>
            </a:r>
          </a:p>
          <a:p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Повторювання слів</a:t>
            </a:r>
          </a:p>
          <a:p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Надлишок розділових знаків</a:t>
            </a:r>
          </a:p>
          <a:p>
            <a:r>
              <a:rPr lang="uk-UA" sz="2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Орфографічні помилки, описки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8736CB-BD61-C135-003B-C7B8A0E269F4}"/>
              </a:ext>
            </a:extLst>
          </p:cNvPr>
          <p:cNvSpPr txBox="1">
            <a:spLocks/>
          </p:cNvSpPr>
          <p:nvPr/>
        </p:nvSpPr>
        <p:spPr>
          <a:xfrm>
            <a:off x="5126418" y="3428999"/>
            <a:ext cx="6606403" cy="2551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891" indent="-342891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</a:t>
            </a:r>
            <a:r>
              <a:rPr lang="uk-UA" sz="22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uk-UA" sz="2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2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Negatives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Структурований текст</a:t>
            </a:r>
          </a:p>
          <a:p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Посилання на джерела</a:t>
            </a:r>
          </a:p>
          <a:p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Офіційне формулювання</a:t>
            </a:r>
          </a:p>
          <a:p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помилок</a:t>
            </a:r>
          </a:p>
          <a:p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Мінімум розділових знаків, правильна пунктуація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uk-UA" sz="4800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 результати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895189F7-8672-55B3-F6C7-8D8682674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78196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936" y="502920"/>
            <a:ext cx="7882128" cy="1975104"/>
          </a:xfrm>
        </p:spPr>
        <p:txBody>
          <a:bodyPr anchor="b">
            <a:normAutofit/>
          </a:bodyPr>
          <a:lstStyle/>
          <a:p>
            <a:r>
              <a:rPr lang="uk-UA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Можливий розвиток та ризики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6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4936" y="289407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149" y="3210182"/>
            <a:ext cx="5294851" cy="2715768"/>
          </a:xfrm>
        </p:spPr>
        <p:txBody>
          <a:bodyPr>
            <a:norm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r>
              <a:rPr lang="uk-UA" sz="3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Публічний аналіз новинного контенту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Масштабування системи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 у веб-застосунок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4577CA-71FE-3650-4047-3CDAA2FCD7DB}"/>
              </a:ext>
            </a:extLst>
          </p:cNvPr>
          <p:cNvSpPr txBox="1">
            <a:spLocks/>
          </p:cNvSpPr>
          <p:nvPr/>
        </p:nvSpPr>
        <p:spPr>
          <a:xfrm>
            <a:off x="6096000" y="3228470"/>
            <a:ext cx="6096000" cy="312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2">
                  <a:lumMod val="75000"/>
                </a:schemeClr>
              </a:buClr>
            </a:pPr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Чутливі дані</a:t>
            </a:r>
          </a:p>
          <a:p>
            <a:pPr>
              <a:buClr>
                <a:schemeClr val="tx2">
                  <a:lumMod val="75000"/>
                </a:schemeClr>
              </a:buClr>
            </a:pPr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Помилкові класифікації</a:t>
            </a:r>
          </a:p>
          <a:p>
            <a:pPr>
              <a:buClr>
                <a:schemeClr val="tx2">
                  <a:lumMod val="75000"/>
                </a:schemeClr>
              </a:buClr>
            </a:pPr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Сприйняття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6AB34-CBA0-2470-855A-ADE8F3B9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426721"/>
            <a:ext cx="7879842" cy="19191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Дякую</a:t>
            </a:r>
            <a:r>
              <a:rPr lang="en-US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увагу</a:t>
            </a:r>
            <a:r>
              <a:rPr lang="en-US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73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2154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4BEAF2-F476-303D-0461-B980749AF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54936" y="3337269"/>
            <a:ext cx="7882128" cy="2905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Виконала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 defTabSz="914400"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ПМІД-11,</a:t>
            </a:r>
          </a:p>
          <a:p>
            <a:pPr algn="r" defTabSz="914400"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Младьонова Уляна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defTabSz="914400">
              <a:lnSpc>
                <a:spcPct val="90000"/>
              </a:lnSpc>
            </a:pP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defTabSz="914400">
              <a:lnSpc>
                <a:spcPct val="9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0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Настроювані 2">
      <a:dk1>
        <a:sysClr val="windowText" lastClr="000000"/>
      </a:dk1>
      <a:lt1>
        <a:sysClr val="window" lastClr="FFFFFF"/>
      </a:lt1>
      <a:dk2>
        <a:srgbClr val="EFD2D1"/>
      </a:dk2>
      <a:lt2>
        <a:srgbClr val="953734"/>
      </a:lt2>
      <a:accent1>
        <a:srgbClr val="4F81BD"/>
      </a:accent1>
      <a:accent2>
        <a:srgbClr val="C0504D"/>
      </a:accent2>
      <a:accent3>
        <a:srgbClr val="9BBB59"/>
      </a:accent3>
      <a:accent4>
        <a:srgbClr val="953734"/>
      </a:accent4>
      <a:accent5>
        <a:srgbClr val="953734"/>
      </a:accent5>
      <a:accent6>
        <a:srgbClr val="953734"/>
      </a:accent6>
      <a:hlink>
        <a:srgbClr val="95373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535</Words>
  <Application>Microsoft Office PowerPoint</Application>
  <PresentationFormat>Широкий екран</PresentationFormat>
  <Paragraphs>134</Paragraphs>
  <Slides>24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 Disinformation UA: Real vs Fake News Classification </vt:lpstr>
      <vt:lpstr>Мета проєкту</vt:lpstr>
      <vt:lpstr>Актуальність теми</vt:lpstr>
      <vt:lpstr>Завдання проєкту</vt:lpstr>
      <vt:lpstr>Етапи виконання</vt:lpstr>
      <vt:lpstr>Обраний датасет</vt:lpstr>
      <vt:lpstr>Overview датасету і базова очистка</vt:lpstr>
      <vt:lpstr>ML Pipeline</vt:lpstr>
      <vt:lpstr>Попередня обробка тексту (Preprocessing)</vt:lpstr>
      <vt:lpstr>Cleaning &amp; Normalization</vt:lpstr>
      <vt:lpstr>Презентація PowerPoint</vt:lpstr>
      <vt:lpstr>Презентація PowerPoint</vt:lpstr>
      <vt:lpstr>Презентація PowerPoint</vt:lpstr>
      <vt:lpstr>Метрики оцінювання моделей</vt:lpstr>
      <vt:lpstr>Порівняння baseline моделей</vt:lpstr>
      <vt:lpstr>Порівняння baseline моделей</vt:lpstr>
      <vt:lpstr>Linear SVM</vt:lpstr>
      <vt:lpstr>Linear SVM</vt:lpstr>
      <vt:lpstr>Інші розглянуті моделі</vt:lpstr>
      <vt:lpstr>Презентація PowerPoint</vt:lpstr>
      <vt:lpstr>Error Analysis</vt:lpstr>
      <vt:lpstr>Отримані результати</vt:lpstr>
      <vt:lpstr>Можливий розвиток та ризики</vt:lpstr>
      <vt:lpstr>Дякую за увагу!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Уляна Младьонова</cp:lastModifiedBy>
  <cp:revision>5</cp:revision>
  <dcterms:created xsi:type="dcterms:W3CDTF">2013-01-27T09:14:16Z</dcterms:created>
  <dcterms:modified xsi:type="dcterms:W3CDTF">2026-05-29T12:52:35Z</dcterms:modified>
  <cp:category/>
</cp:coreProperties>
</file>